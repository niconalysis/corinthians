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2" r:id="rId3"/>
    <p:sldId id="256" r:id="rId4"/>
    <p:sldId id="260" r:id="rId5"/>
    <p:sldId id="258" r:id="rId6"/>
  </p:sldIdLst>
  <p:sldSz cx="12193588" cy="6835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E0"/>
    <a:srgbClr val="161616"/>
    <a:srgbClr val="2C2C2C"/>
    <a:srgbClr val="990000"/>
    <a:srgbClr val="D1432B"/>
    <a:srgbClr val="9B9B9B"/>
    <a:srgbClr val="FFA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A9F73-BE21-4EC0-8F41-FFAF992A1CFB}" v="72" dt="2025-03-11T13:11:18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1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258" y="138"/>
      </p:cViewPr>
      <p:guideLst>
        <p:guide orient="horz" pos="2153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ícolas Emerenciano" userId="43f77a99e369af57" providerId="LiveId" clId="{7B0A9F73-BE21-4EC0-8F41-FFAF992A1CFB}"/>
    <pc:docChg chg="undo custSel addSld delSld modSld sldOrd">
      <pc:chgData name="Nícolas Emerenciano" userId="43f77a99e369af57" providerId="LiveId" clId="{7B0A9F73-BE21-4EC0-8F41-FFAF992A1CFB}" dt="2025-03-12T17:32:58.421" v="3276" actId="478"/>
      <pc:docMkLst>
        <pc:docMk/>
      </pc:docMkLst>
      <pc:sldChg chg="addSp delSp modSp mod">
        <pc:chgData name="Nícolas Emerenciano" userId="43f77a99e369af57" providerId="LiveId" clId="{7B0A9F73-BE21-4EC0-8F41-FFAF992A1CFB}" dt="2025-03-11T13:11:18.878" v="3274"/>
        <pc:sldMkLst>
          <pc:docMk/>
          <pc:sldMk cId="738107710" sldId="256"/>
        </pc:sldMkLst>
        <pc:spChg chg="add del mod">
          <ac:chgData name="Nícolas Emerenciano" userId="43f77a99e369af57" providerId="LiveId" clId="{7B0A9F73-BE21-4EC0-8F41-FFAF992A1CFB}" dt="2025-03-11T13:11:18.604" v="3273" actId="478"/>
          <ac:spMkLst>
            <pc:docMk/>
            <pc:sldMk cId="738107710" sldId="256"/>
            <ac:spMk id="2" creationId="{E44F0280-2CDE-4B7F-B103-BA5EFC3FBB5D}"/>
          </ac:spMkLst>
        </pc:spChg>
        <pc:spChg chg="add mod">
          <ac:chgData name="Nícolas Emerenciano" userId="43f77a99e369af57" providerId="LiveId" clId="{7B0A9F73-BE21-4EC0-8F41-FFAF992A1CFB}" dt="2025-03-11T13:11:14.859" v="3272"/>
          <ac:spMkLst>
            <pc:docMk/>
            <pc:sldMk cId="738107710" sldId="256"/>
            <ac:spMk id="3" creationId="{B5C65AFF-8ED9-BFF8-1C4E-23B9FCBDEADD}"/>
          </ac:spMkLst>
        </pc:spChg>
        <pc:spChg chg="add mod">
          <ac:chgData name="Nícolas Emerenciano" userId="43f77a99e369af57" providerId="LiveId" clId="{7B0A9F73-BE21-4EC0-8F41-FFAF992A1CFB}" dt="2025-03-11T13:11:18.878" v="3274"/>
          <ac:spMkLst>
            <pc:docMk/>
            <pc:sldMk cId="738107710" sldId="256"/>
            <ac:spMk id="4" creationId="{37406E34-0941-698C-E10E-474964869F51}"/>
          </ac:spMkLst>
        </pc:spChg>
        <pc:spChg chg="mod">
          <ac:chgData name="Nícolas Emerenciano" userId="43f77a99e369af57" providerId="LiveId" clId="{7B0A9F73-BE21-4EC0-8F41-FFAF992A1CFB}" dt="2025-02-25T22:50:51.549" v="1231" actId="14100"/>
          <ac:spMkLst>
            <pc:docMk/>
            <pc:sldMk cId="738107710" sldId="256"/>
            <ac:spMk id="7" creationId="{E45D0627-6855-A441-0011-4927E0EA9C85}"/>
          </ac:spMkLst>
        </pc:spChg>
        <pc:spChg chg="mod">
          <ac:chgData name="Nícolas Emerenciano" userId="43f77a99e369af57" providerId="LiveId" clId="{7B0A9F73-BE21-4EC0-8F41-FFAF992A1CFB}" dt="2025-02-25T21:27:46.079" v="277" actId="14100"/>
          <ac:spMkLst>
            <pc:docMk/>
            <pc:sldMk cId="738107710" sldId="256"/>
            <ac:spMk id="8" creationId="{7D62FC34-B8FD-F394-ACB9-A1C97261EAAB}"/>
          </ac:spMkLst>
        </pc:spChg>
        <pc:spChg chg="mod">
          <ac:chgData name="Nícolas Emerenciano" userId="43f77a99e369af57" providerId="LiveId" clId="{7B0A9F73-BE21-4EC0-8F41-FFAF992A1CFB}" dt="2025-02-25T22:50:53.619" v="1232" actId="14100"/>
          <ac:spMkLst>
            <pc:docMk/>
            <pc:sldMk cId="738107710" sldId="256"/>
            <ac:spMk id="9" creationId="{A411FF65-03B1-F537-5B72-E1BE2BB50178}"/>
          </ac:spMkLst>
        </pc:spChg>
        <pc:spChg chg="mod">
          <ac:chgData name="Nícolas Emerenciano" userId="43f77a99e369af57" providerId="LiveId" clId="{7B0A9F73-BE21-4EC0-8F41-FFAF992A1CFB}" dt="2025-02-25T21:28:13.401" v="280" actId="14100"/>
          <ac:spMkLst>
            <pc:docMk/>
            <pc:sldMk cId="738107710" sldId="256"/>
            <ac:spMk id="10" creationId="{EE74B00A-7F65-1B25-C542-69F6D33DCEAB}"/>
          </ac:spMkLst>
        </pc:spChg>
        <pc:spChg chg="mod">
          <ac:chgData name="Nícolas Emerenciano" userId="43f77a99e369af57" providerId="LiveId" clId="{7B0A9F73-BE21-4EC0-8F41-FFAF992A1CFB}" dt="2025-02-25T22:50:49.569" v="1230" actId="14100"/>
          <ac:spMkLst>
            <pc:docMk/>
            <pc:sldMk cId="738107710" sldId="256"/>
            <ac:spMk id="17" creationId="{19FB35F0-F8FF-1EBA-CDA1-70BCDEF6016A}"/>
          </ac:spMkLst>
        </pc:spChg>
        <pc:spChg chg="mod">
          <ac:chgData name="Nícolas Emerenciano" userId="43f77a99e369af57" providerId="LiveId" clId="{7B0A9F73-BE21-4EC0-8F41-FFAF992A1CFB}" dt="2025-03-11T13:09:10.288" v="3258" actId="1037"/>
          <ac:spMkLst>
            <pc:docMk/>
            <pc:sldMk cId="738107710" sldId="256"/>
            <ac:spMk id="36" creationId="{82BC2577-23EB-24EA-8DDA-32BEAAF7045D}"/>
          </ac:spMkLst>
        </pc:spChg>
        <pc:picChg chg="add mod">
          <ac:chgData name="Nícolas Emerenciano" userId="43f77a99e369af57" providerId="LiveId" clId="{7B0A9F73-BE21-4EC0-8F41-FFAF992A1CFB}" dt="2025-02-25T22:29:15.579" v="1188" actId="108"/>
          <ac:picMkLst>
            <pc:docMk/>
            <pc:sldMk cId="738107710" sldId="256"/>
            <ac:picMk id="42" creationId="{8F7CB8A3-A7B5-19C9-5286-9A1D3402DEAB}"/>
          </ac:picMkLst>
        </pc:picChg>
        <pc:picChg chg="add mod">
          <ac:chgData name="Nícolas Emerenciano" userId="43f77a99e369af57" providerId="LiveId" clId="{7B0A9F73-BE21-4EC0-8F41-FFAF992A1CFB}" dt="2025-02-25T22:29:12.908" v="1187" actId="108"/>
          <ac:picMkLst>
            <pc:docMk/>
            <pc:sldMk cId="738107710" sldId="256"/>
            <ac:picMk id="43" creationId="{FEC404FA-30E1-6372-D099-E999A26343AB}"/>
          </ac:picMkLst>
        </pc:picChg>
        <pc:picChg chg="add mod ord">
          <ac:chgData name="Nícolas Emerenciano" userId="43f77a99e369af57" providerId="LiveId" clId="{7B0A9F73-BE21-4EC0-8F41-FFAF992A1CFB}" dt="2025-02-25T22:28:38.476" v="1177" actId="170"/>
          <ac:picMkLst>
            <pc:docMk/>
            <pc:sldMk cId="738107710" sldId="256"/>
            <ac:picMk id="44" creationId="{2B1A7D01-BB43-58CC-9353-470D8FA41996}"/>
          </ac:picMkLst>
        </pc:picChg>
        <pc:picChg chg="add mod">
          <ac:chgData name="Nícolas Emerenciano" userId="43f77a99e369af57" providerId="LiveId" clId="{7B0A9F73-BE21-4EC0-8F41-FFAF992A1CFB}" dt="2025-02-25T22:30:10.836" v="1192"/>
          <ac:picMkLst>
            <pc:docMk/>
            <pc:sldMk cId="738107710" sldId="256"/>
            <ac:picMk id="45" creationId="{4369DA47-0439-5494-65A4-2414D47EA510}"/>
          </ac:picMkLst>
        </pc:picChg>
        <pc:cxnChg chg="add mod">
          <ac:chgData name="Nícolas Emerenciano" userId="43f77a99e369af57" providerId="LiveId" clId="{7B0A9F73-BE21-4EC0-8F41-FFAF992A1CFB}" dt="2025-02-25T22:50:36.525" v="1228"/>
          <ac:cxnSpMkLst>
            <pc:docMk/>
            <pc:sldMk cId="738107710" sldId="256"/>
            <ac:cxnSpMk id="46" creationId="{E0392098-6511-403C-E209-8BA095E52D1B}"/>
          </ac:cxnSpMkLst>
        </pc:cxnChg>
      </pc:sldChg>
      <pc:sldChg chg="modSp del mod">
        <pc:chgData name="Nícolas Emerenciano" userId="43f77a99e369af57" providerId="LiveId" clId="{7B0A9F73-BE21-4EC0-8F41-FFAF992A1CFB}" dt="2025-02-25T21:24:31.756" v="191" actId="2696"/>
        <pc:sldMkLst>
          <pc:docMk/>
          <pc:sldMk cId="2038617244" sldId="257"/>
        </pc:sldMkLst>
      </pc:sldChg>
      <pc:sldChg chg="addSp delSp modSp mod">
        <pc:chgData name="Nícolas Emerenciano" userId="43f77a99e369af57" providerId="LiveId" clId="{7B0A9F73-BE21-4EC0-8F41-FFAF992A1CFB}" dt="2025-03-11T13:10:51.858" v="3267" actId="1076"/>
        <pc:sldMkLst>
          <pc:docMk/>
          <pc:sldMk cId="3117469539" sldId="258"/>
        </pc:sldMkLst>
        <pc:spChg chg="add mod">
          <ac:chgData name="Nícolas Emerenciano" userId="43f77a99e369af57" providerId="LiveId" clId="{7B0A9F73-BE21-4EC0-8F41-FFAF992A1CFB}" dt="2025-03-11T13:10:51.858" v="3267" actId="1076"/>
          <ac:spMkLst>
            <pc:docMk/>
            <pc:sldMk cId="3117469539" sldId="258"/>
            <ac:spMk id="2" creationId="{2AF1CBE4-596C-6554-7963-480C8802FCE8}"/>
          </ac:spMkLst>
        </pc:spChg>
        <pc:spChg chg="mod">
          <ac:chgData name="Nícolas Emerenciano" userId="43f77a99e369af57" providerId="LiveId" clId="{7B0A9F73-BE21-4EC0-8F41-FFAF992A1CFB}" dt="2025-02-25T22:55:58.255" v="1432" actId="2085"/>
          <ac:spMkLst>
            <pc:docMk/>
            <pc:sldMk cId="3117469539" sldId="258"/>
            <ac:spMk id="4" creationId="{18A9FCE4-63A9-2BF4-490B-385C3D2CC926}"/>
          </ac:spMkLst>
        </pc:spChg>
        <pc:spChg chg="add mod">
          <ac:chgData name="Nícolas Emerenciano" userId="43f77a99e369af57" providerId="LiveId" clId="{7B0A9F73-BE21-4EC0-8F41-FFAF992A1CFB}" dt="2025-03-11T13:09:21.333" v="3259" actId="1076"/>
          <ac:spMkLst>
            <pc:docMk/>
            <pc:sldMk cId="3117469539" sldId="258"/>
            <ac:spMk id="27" creationId="{D451AA69-9CE4-D370-C648-7F5FAC616341}"/>
          </ac:spMkLst>
        </pc:spChg>
        <pc:spChg chg="add mod">
          <ac:chgData name="Nícolas Emerenciano" userId="43f77a99e369af57" providerId="LiveId" clId="{7B0A9F73-BE21-4EC0-8F41-FFAF992A1CFB}" dt="2025-02-26T01:09:27.638" v="1863" actId="14100"/>
          <ac:spMkLst>
            <pc:docMk/>
            <pc:sldMk cId="3117469539" sldId="258"/>
            <ac:spMk id="34" creationId="{B03E6337-E7BF-A0E4-2A9E-A5DAE9C879D3}"/>
          </ac:spMkLst>
        </pc:spChg>
        <pc:spChg chg="add mod">
          <ac:chgData name="Nícolas Emerenciano" userId="43f77a99e369af57" providerId="LiveId" clId="{7B0A9F73-BE21-4EC0-8F41-FFAF992A1CFB}" dt="2025-02-26T01:09:27.638" v="1863" actId="14100"/>
          <ac:spMkLst>
            <pc:docMk/>
            <pc:sldMk cId="3117469539" sldId="258"/>
            <ac:spMk id="35" creationId="{6A0CAB3A-E2AF-6F75-6DA5-4C7669B7CB71}"/>
          </ac:spMkLst>
        </pc:spChg>
        <pc:spChg chg="add mod">
          <ac:chgData name="Nícolas Emerenciano" userId="43f77a99e369af57" providerId="LiveId" clId="{7B0A9F73-BE21-4EC0-8F41-FFAF992A1CFB}" dt="2025-02-26T01:09:27.638" v="1863" actId="14100"/>
          <ac:spMkLst>
            <pc:docMk/>
            <pc:sldMk cId="3117469539" sldId="258"/>
            <ac:spMk id="36" creationId="{FE6CD7BA-68F3-AF77-F214-2A222BA02710}"/>
          </ac:spMkLst>
        </pc:spChg>
        <pc:spChg chg="add mod">
          <ac:chgData name="Nícolas Emerenciano" userId="43f77a99e369af57" providerId="LiveId" clId="{7B0A9F73-BE21-4EC0-8F41-FFAF992A1CFB}" dt="2025-02-26T01:09:30.210" v="1864" actId="14100"/>
          <ac:spMkLst>
            <pc:docMk/>
            <pc:sldMk cId="3117469539" sldId="258"/>
            <ac:spMk id="37" creationId="{F383F991-5885-20AC-1D64-12118C75E489}"/>
          </ac:spMkLst>
        </pc:spChg>
        <pc:spChg chg="add mod">
          <ac:chgData name="Nícolas Emerenciano" userId="43f77a99e369af57" providerId="LiveId" clId="{7B0A9F73-BE21-4EC0-8F41-FFAF992A1CFB}" dt="2025-02-26T01:09:33.795" v="1865" actId="14100"/>
          <ac:spMkLst>
            <pc:docMk/>
            <pc:sldMk cId="3117469539" sldId="258"/>
            <ac:spMk id="38" creationId="{DAC7D62B-6506-7A1B-1A1B-C8EEBEF361D5}"/>
          </ac:spMkLst>
        </pc:spChg>
        <pc:picChg chg="add mod">
          <ac:chgData name="Nícolas Emerenciano" userId="43f77a99e369af57" providerId="LiveId" clId="{7B0A9F73-BE21-4EC0-8F41-FFAF992A1CFB}" dt="2025-02-25T22:29:21.128" v="1190" actId="108"/>
          <ac:picMkLst>
            <pc:docMk/>
            <pc:sldMk cId="3117469539" sldId="258"/>
            <ac:picMk id="23" creationId="{28C347E8-6EF2-4D1C-6E1C-C3283C1105C7}"/>
          </ac:picMkLst>
        </pc:picChg>
        <pc:picChg chg="add mod">
          <ac:chgData name="Nícolas Emerenciano" userId="43f77a99e369af57" providerId="LiveId" clId="{7B0A9F73-BE21-4EC0-8F41-FFAF992A1CFB}" dt="2025-02-25T22:25:59.708" v="1099"/>
          <ac:picMkLst>
            <pc:docMk/>
            <pc:sldMk cId="3117469539" sldId="258"/>
            <ac:picMk id="24" creationId="{1DD9635C-FEB3-29E1-99A7-7DF95EFAF2F7}"/>
          </ac:picMkLst>
        </pc:picChg>
        <pc:picChg chg="add mod ord">
          <ac:chgData name="Nícolas Emerenciano" userId="43f77a99e369af57" providerId="LiveId" clId="{7B0A9F73-BE21-4EC0-8F41-FFAF992A1CFB}" dt="2025-02-25T22:28:51.601" v="1183" actId="170"/>
          <ac:picMkLst>
            <pc:docMk/>
            <pc:sldMk cId="3117469539" sldId="258"/>
            <ac:picMk id="25" creationId="{584E9EB9-24FA-0755-923B-D083F675B2E6}"/>
          </ac:picMkLst>
        </pc:picChg>
        <pc:picChg chg="add mod">
          <ac:chgData name="Nícolas Emerenciano" userId="43f77a99e369af57" providerId="LiveId" clId="{7B0A9F73-BE21-4EC0-8F41-FFAF992A1CFB}" dt="2025-02-25T22:30:19.862" v="1195" actId="108"/>
          <ac:picMkLst>
            <pc:docMk/>
            <pc:sldMk cId="3117469539" sldId="258"/>
            <ac:picMk id="26" creationId="{7DE8B719-14BF-20B3-9E36-89C4ED03349E}"/>
          </ac:picMkLst>
        </pc:picChg>
        <pc:cxnChg chg="add mod">
          <ac:chgData name="Nícolas Emerenciano" userId="43f77a99e369af57" providerId="LiveId" clId="{7B0A9F73-BE21-4EC0-8F41-FFAF992A1CFB}" dt="2025-02-25T22:55:45.669" v="1431" actId="1036"/>
          <ac:cxnSpMkLst>
            <pc:docMk/>
            <pc:sldMk cId="3117469539" sldId="258"/>
            <ac:cxnSpMk id="39" creationId="{373D0B87-392F-5B8E-BEAB-81AEEAF1C9E4}"/>
          </ac:cxnSpMkLst>
        </pc:cxnChg>
        <pc:cxnChg chg="add mod">
          <ac:chgData name="Nícolas Emerenciano" userId="43f77a99e369af57" providerId="LiveId" clId="{7B0A9F73-BE21-4EC0-8F41-FFAF992A1CFB}" dt="2025-02-26T01:10:51.675" v="1874" actId="14100"/>
          <ac:cxnSpMkLst>
            <pc:docMk/>
            <pc:sldMk cId="3117469539" sldId="258"/>
            <ac:cxnSpMk id="46" creationId="{00725A4B-77A4-2388-3677-1372CB3A94F5}"/>
          </ac:cxnSpMkLst>
        </pc:cxnChg>
        <pc:cxnChg chg="add mod">
          <ac:chgData name="Nícolas Emerenciano" userId="43f77a99e369af57" providerId="LiveId" clId="{7B0A9F73-BE21-4EC0-8F41-FFAF992A1CFB}" dt="2025-02-26T01:10:44.205" v="1873" actId="1076"/>
          <ac:cxnSpMkLst>
            <pc:docMk/>
            <pc:sldMk cId="3117469539" sldId="258"/>
            <ac:cxnSpMk id="51" creationId="{3FC020A0-73C6-B0C7-AA6D-5E639039F7EE}"/>
          </ac:cxnSpMkLst>
        </pc:cxnChg>
      </pc:sldChg>
      <pc:sldChg chg="del">
        <pc:chgData name="Nícolas Emerenciano" userId="43f77a99e369af57" providerId="LiveId" clId="{7B0A9F73-BE21-4EC0-8F41-FFAF992A1CFB}" dt="2025-02-25T20:26:07.406" v="0" actId="47"/>
        <pc:sldMkLst>
          <pc:docMk/>
          <pc:sldMk cId="100568860" sldId="259"/>
        </pc:sldMkLst>
      </pc:sldChg>
      <pc:sldChg chg="addSp delSp modSp mod">
        <pc:chgData name="Nícolas Emerenciano" userId="43f77a99e369af57" providerId="LiveId" clId="{7B0A9F73-BE21-4EC0-8F41-FFAF992A1CFB}" dt="2025-03-11T13:11:10.725" v="3270"/>
        <pc:sldMkLst>
          <pc:docMk/>
          <pc:sldMk cId="2557116518" sldId="260"/>
        </pc:sldMkLst>
        <pc:spChg chg="add del mod">
          <ac:chgData name="Nícolas Emerenciano" userId="43f77a99e369af57" providerId="LiveId" clId="{7B0A9F73-BE21-4EC0-8F41-FFAF992A1CFB}" dt="2025-03-11T13:11:10.054" v="3269" actId="478"/>
          <ac:spMkLst>
            <pc:docMk/>
            <pc:sldMk cId="2557116518" sldId="260"/>
            <ac:spMk id="2" creationId="{72B7E7E2-658D-F1DE-F1EE-7196CB2E526C}"/>
          </ac:spMkLst>
        </pc:spChg>
        <pc:spChg chg="add del mod">
          <ac:chgData name="Nícolas Emerenciano" userId="43f77a99e369af57" providerId="LiveId" clId="{7B0A9F73-BE21-4EC0-8F41-FFAF992A1CFB}" dt="2025-03-11T13:09:00.104" v="3242" actId="478"/>
          <ac:spMkLst>
            <pc:docMk/>
            <pc:sldMk cId="2557116518" sldId="260"/>
            <ac:spMk id="3" creationId="{F0139AEA-4AC7-D9BE-6652-F43CC55FB4F6}"/>
          </ac:spMkLst>
        </pc:spChg>
        <pc:spChg chg="add mod">
          <ac:chgData name="Nícolas Emerenciano" userId="43f77a99e369af57" providerId="LiveId" clId="{7B0A9F73-BE21-4EC0-8F41-FFAF992A1CFB}" dt="2025-03-11T13:11:07.334" v="3268"/>
          <ac:spMkLst>
            <pc:docMk/>
            <pc:sldMk cId="2557116518" sldId="260"/>
            <ac:spMk id="4" creationId="{6EA6FA65-C8A3-0F52-0844-14E5DCF368C2}"/>
          </ac:spMkLst>
        </pc:spChg>
        <pc:spChg chg="add mod">
          <ac:chgData name="Nícolas Emerenciano" userId="43f77a99e369af57" providerId="LiveId" clId="{7B0A9F73-BE21-4EC0-8F41-FFAF992A1CFB}" dt="2025-03-11T13:11:10.725" v="3270"/>
          <ac:spMkLst>
            <pc:docMk/>
            <pc:sldMk cId="2557116518" sldId="260"/>
            <ac:spMk id="5" creationId="{E801D6A2-065E-DBD6-C5E5-8C7858D62B12}"/>
          </ac:spMkLst>
        </pc:spChg>
        <pc:spChg chg="mod ord">
          <ac:chgData name="Nícolas Emerenciano" userId="43f77a99e369af57" providerId="LiveId" clId="{7B0A9F73-BE21-4EC0-8F41-FFAF992A1CFB}" dt="2025-02-25T22:46:38.416" v="1220" actId="14100"/>
          <ac:spMkLst>
            <pc:docMk/>
            <pc:sldMk cId="2557116518" sldId="260"/>
            <ac:spMk id="6" creationId="{6BF0FE27-254D-A980-7163-923E344A64FA}"/>
          </ac:spMkLst>
        </pc:spChg>
        <pc:spChg chg="mod">
          <ac:chgData name="Nícolas Emerenciano" userId="43f77a99e369af57" providerId="LiveId" clId="{7B0A9F73-BE21-4EC0-8F41-FFAF992A1CFB}" dt="2025-02-25T22:47:19.221" v="1225" actId="14100"/>
          <ac:spMkLst>
            <pc:docMk/>
            <pc:sldMk cId="2557116518" sldId="260"/>
            <ac:spMk id="7" creationId="{40476885-CD9C-1F84-C41C-D62788DC71BF}"/>
          </ac:spMkLst>
        </pc:spChg>
        <pc:spChg chg="mod">
          <ac:chgData name="Nícolas Emerenciano" userId="43f77a99e369af57" providerId="LiveId" clId="{7B0A9F73-BE21-4EC0-8F41-FFAF992A1CFB}" dt="2025-02-25T22:46:44.437" v="1221" actId="14100"/>
          <ac:spMkLst>
            <pc:docMk/>
            <pc:sldMk cId="2557116518" sldId="260"/>
            <ac:spMk id="8" creationId="{4919558F-E78D-7ED8-6B2D-B94B240B73C2}"/>
          </ac:spMkLst>
        </pc:spChg>
        <pc:spChg chg="mod">
          <ac:chgData name="Nícolas Emerenciano" userId="43f77a99e369af57" providerId="LiveId" clId="{7B0A9F73-BE21-4EC0-8F41-FFAF992A1CFB}" dt="2025-02-25T22:46:58.230" v="1223" actId="1076"/>
          <ac:spMkLst>
            <pc:docMk/>
            <pc:sldMk cId="2557116518" sldId="260"/>
            <ac:spMk id="9" creationId="{CF208FDC-F22D-F514-4E3B-EF72C9002427}"/>
          </ac:spMkLst>
        </pc:spChg>
        <pc:spChg chg="mod">
          <ac:chgData name="Nícolas Emerenciano" userId="43f77a99e369af57" providerId="LiveId" clId="{7B0A9F73-BE21-4EC0-8F41-FFAF992A1CFB}" dt="2025-03-11T13:08:57.808" v="3241" actId="1037"/>
          <ac:spMkLst>
            <pc:docMk/>
            <pc:sldMk cId="2557116518" sldId="260"/>
            <ac:spMk id="15" creationId="{9F0F2C67-A25A-98A1-E926-B749534E3A4D}"/>
          </ac:spMkLst>
        </pc:spChg>
        <pc:spChg chg="mod">
          <ac:chgData name="Nícolas Emerenciano" userId="43f77a99e369af57" providerId="LiveId" clId="{7B0A9F73-BE21-4EC0-8F41-FFAF992A1CFB}" dt="2025-02-25T22:47:23.722" v="1226" actId="14100"/>
          <ac:spMkLst>
            <pc:docMk/>
            <pc:sldMk cId="2557116518" sldId="260"/>
            <ac:spMk id="16" creationId="{FA467A2D-6148-80D2-8293-ACB13DF36F86}"/>
          </ac:spMkLst>
        </pc:spChg>
        <pc:spChg chg="mod">
          <ac:chgData name="Nícolas Emerenciano" userId="43f77a99e369af57" providerId="LiveId" clId="{7B0A9F73-BE21-4EC0-8F41-FFAF992A1CFB}" dt="2025-02-25T21:54:42.499" v="837" actId="1038"/>
          <ac:spMkLst>
            <pc:docMk/>
            <pc:sldMk cId="2557116518" sldId="260"/>
            <ac:spMk id="17" creationId="{18A69F7E-6EDD-E007-1D21-D2BC743A4350}"/>
          </ac:spMkLst>
        </pc:spChg>
        <pc:spChg chg="mod">
          <ac:chgData name="Nícolas Emerenciano" userId="43f77a99e369af57" providerId="LiveId" clId="{7B0A9F73-BE21-4EC0-8F41-FFAF992A1CFB}" dt="2025-02-25T22:47:26.256" v="1227" actId="14100"/>
          <ac:spMkLst>
            <pc:docMk/>
            <pc:sldMk cId="2557116518" sldId="260"/>
            <ac:spMk id="18" creationId="{70989DA6-611A-B49B-CFEC-CEED396DF69D}"/>
          </ac:spMkLst>
        </pc:spChg>
        <pc:spChg chg="mod">
          <ac:chgData name="Nícolas Emerenciano" userId="43f77a99e369af57" providerId="LiveId" clId="{7B0A9F73-BE21-4EC0-8F41-FFAF992A1CFB}" dt="2025-02-25T22:17:19.746" v="1046" actId="14100"/>
          <ac:spMkLst>
            <pc:docMk/>
            <pc:sldMk cId="2557116518" sldId="260"/>
            <ac:spMk id="19" creationId="{E5636119-ECFE-9345-2674-2F7FB59BB007}"/>
          </ac:spMkLst>
        </pc:spChg>
        <pc:spChg chg="mod">
          <ac:chgData name="Nícolas Emerenciano" userId="43f77a99e369af57" providerId="LiveId" clId="{7B0A9F73-BE21-4EC0-8F41-FFAF992A1CFB}" dt="2025-02-25T21:54:42.499" v="837" actId="1038"/>
          <ac:spMkLst>
            <pc:docMk/>
            <pc:sldMk cId="2557116518" sldId="260"/>
            <ac:spMk id="34" creationId="{76907480-E224-2647-80F1-50CC9B2BB682}"/>
          </ac:spMkLst>
        </pc:spChg>
        <pc:spChg chg="mod">
          <ac:chgData name="Nícolas Emerenciano" userId="43f77a99e369af57" providerId="LiveId" clId="{7B0A9F73-BE21-4EC0-8F41-FFAF992A1CFB}" dt="2025-02-25T21:54:42.499" v="837" actId="1038"/>
          <ac:spMkLst>
            <pc:docMk/>
            <pc:sldMk cId="2557116518" sldId="260"/>
            <ac:spMk id="35" creationId="{1F2B953D-5992-7235-6E1E-4159131EDF75}"/>
          </ac:spMkLst>
        </pc:spChg>
        <pc:picChg chg="mod ord modCrop">
          <ac:chgData name="Nícolas Emerenciano" userId="43f77a99e369af57" providerId="LiveId" clId="{7B0A9F73-BE21-4EC0-8F41-FFAF992A1CFB}" dt="2025-02-25T22:18:24.937" v="1048" actId="552"/>
          <ac:picMkLst>
            <pc:docMk/>
            <pc:sldMk cId="2557116518" sldId="260"/>
            <ac:picMk id="10" creationId="{1F62400B-6433-F229-E999-C1648ED8E2B5}"/>
          </ac:picMkLst>
        </pc:picChg>
        <pc:picChg chg="add mod">
          <ac:chgData name="Nícolas Emerenciano" userId="43f77a99e369af57" providerId="LiveId" clId="{7B0A9F73-BE21-4EC0-8F41-FFAF992A1CFB}" dt="2025-02-25T22:28:00.308" v="1170" actId="1076"/>
          <ac:picMkLst>
            <pc:docMk/>
            <pc:sldMk cId="2557116518" sldId="260"/>
            <ac:picMk id="37" creationId="{22601F57-64E3-7C05-B85C-F64D0DA8EBE3}"/>
          </ac:picMkLst>
        </pc:picChg>
        <pc:picChg chg="add mod">
          <ac:chgData name="Nícolas Emerenciano" userId="43f77a99e369af57" providerId="LiveId" clId="{7B0A9F73-BE21-4EC0-8F41-FFAF992A1CFB}" dt="2025-02-25T22:23:55.025" v="1089" actId="108"/>
          <ac:picMkLst>
            <pc:docMk/>
            <pc:sldMk cId="2557116518" sldId="260"/>
            <ac:picMk id="38" creationId="{A7E3706A-95E7-38F1-1099-564F4629A8DB}"/>
          </ac:picMkLst>
        </pc:picChg>
        <pc:picChg chg="add mod">
          <ac:chgData name="Nícolas Emerenciano" userId="43f77a99e369af57" providerId="LiveId" clId="{7B0A9F73-BE21-4EC0-8F41-FFAF992A1CFB}" dt="2025-02-25T22:27:45.807" v="1142" actId="1076"/>
          <ac:picMkLst>
            <pc:docMk/>
            <pc:sldMk cId="2557116518" sldId="260"/>
            <ac:picMk id="39" creationId="{13CAEE14-0023-A91D-95E8-74D4EDD16F6C}"/>
          </ac:picMkLst>
        </pc:picChg>
        <pc:cxnChg chg="mod">
          <ac:chgData name="Nícolas Emerenciano" userId="43f77a99e369af57" providerId="LiveId" clId="{7B0A9F73-BE21-4EC0-8F41-FFAF992A1CFB}" dt="2025-02-25T22:22:17.435" v="1070" actId="1076"/>
          <ac:cxnSpMkLst>
            <pc:docMk/>
            <pc:sldMk cId="2557116518" sldId="260"/>
            <ac:cxnSpMk id="11" creationId="{D86446F3-0605-0348-FD79-FA2D639E3AA6}"/>
          </ac:cxnSpMkLst>
        </pc:cxnChg>
      </pc:sldChg>
      <pc:sldChg chg="addSp delSp modSp new mod ord">
        <pc:chgData name="Nícolas Emerenciano" userId="43f77a99e369af57" providerId="LiveId" clId="{7B0A9F73-BE21-4EC0-8F41-FFAF992A1CFB}" dt="2025-03-12T17:32:58.421" v="3276" actId="478"/>
        <pc:sldMkLst>
          <pc:docMk/>
          <pc:sldMk cId="51503068" sldId="261"/>
        </pc:sldMkLst>
        <pc:spChg chg="add mod">
          <ac:chgData name="Nícolas Emerenciano" userId="43f77a99e369af57" providerId="LiveId" clId="{7B0A9F73-BE21-4EC0-8F41-FFAF992A1CFB}" dt="2025-03-06T16:58:27.198" v="1891" actId="14100"/>
          <ac:spMkLst>
            <pc:docMk/>
            <pc:sldMk cId="51503068" sldId="261"/>
            <ac:spMk id="4" creationId="{40A575CD-9C16-46C4-AF71-C4541D2DDA03}"/>
          </ac:spMkLst>
        </pc:spChg>
        <pc:spChg chg="add del mod">
          <ac:chgData name="Nícolas Emerenciano" userId="43f77a99e369af57" providerId="LiveId" clId="{7B0A9F73-BE21-4EC0-8F41-FFAF992A1CFB}" dt="2025-03-11T12:37:02.672" v="2006" actId="478"/>
          <ac:spMkLst>
            <pc:docMk/>
            <pc:sldMk cId="51503068" sldId="261"/>
            <ac:spMk id="8" creationId="{9FF1D4BF-A2E0-DB13-2E83-8B7A5E333844}"/>
          </ac:spMkLst>
        </pc:spChg>
        <pc:spChg chg="add del mod">
          <ac:chgData name="Nícolas Emerenciano" userId="43f77a99e369af57" providerId="LiveId" clId="{7B0A9F73-BE21-4EC0-8F41-FFAF992A1CFB}" dt="2025-03-11T12:37:07.492" v="2007" actId="478"/>
          <ac:spMkLst>
            <pc:docMk/>
            <pc:sldMk cId="51503068" sldId="261"/>
            <ac:spMk id="15" creationId="{4767CE66-F606-2C92-873C-7FB6CE85BB9C}"/>
          </ac:spMkLst>
        </pc:spChg>
        <pc:spChg chg="add del mod">
          <ac:chgData name="Nícolas Emerenciano" userId="43f77a99e369af57" providerId="LiveId" clId="{7B0A9F73-BE21-4EC0-8F41-FFAF992A1CFB}" dt="2025-03-12T17:32:58.421" v="3276" actId="478"/>
          <ac:spMkLst>
            <pc:docMk/>
            <pc:sldMk cId="51503068" sldId="261"/>
            <ac:spMk id="17" creationId="{CBF5A95E-4894-0FC9-F521-0712A2381C68}"/>
          </ac:spMkLst>
        </pc:spChg>
        <pc:picChg chg="add mod">
          <ac:chgData name="Nícolas Emerenciano" userId="43f77a99e369af57" providerId="LiveId" clId="{7B0A9F73-BE21-4EC0-8F41-FFAF992A1CFB}" dt="2025-03-06T16:58:51.121" v="1897" actId="14100"/>
          <ac:picMkLst>
            <pc:docMk/>
            <pc:sldMk cId="51503068" sldId="261"/>
            <ac:picMk id="5" creationId="{9DF910B1-3508-EFF1-FFF5-7A437F6B098B}"/>
          </ac:picMkLst>
        </pc:picChg>
        <pc:picChg chg="add mod ord">
          <ac:chgData name="Nícolas Emerenciano" userId="43f77a99e369af57" providerId="LiveId" clId="{7B0A9F73-BE21-4EC0-8F41-FFAF992A1CFB}" dt="2025-03-06T17:01:06.221" v="1900" actId="14100"/>
          <ac:picMkLst>
            <pc:docMk/>
            <pc:sldMk cId="51503068" sldId="261"/>
            <ac:picMk id="14" creationId="{079FFC29-812F-4C54-38DF-1FF513EA5803}"/>
          </ac:picMkLst>
        </pc:picChg>
        <pc:cxnChg chg="add mod">
          <ac:chgData name="Nícolas Emerenciano" userId="43f77a99e369af57" providerId="LiveId" clId="{7B0A9F73-BE21-4EC0-8F41-FFAF992A1CFB}" dt="2025-03-06T16:56:28.048" v="1877" actId="14100"/>
          <ac:cxnSpMkLst>
            <pc:docMk/>
            <pc:sldMk cId="51503068" sldId="261"/>
            <ac:cxnSpMk id="6" creationId="{24EA9EBF-E17B-6ED7-06CB-9A344F28FD62}"/>
          </ac:cxnSpMkLst>
        </pc:cxnChg>
      </pc:sldChg>
      <pc:sldChg chg="addSp delSp modSp new del mod">
        <pc:chgData name="Nícolas Emerenciano" userId="43f77a99e369af57" providerId="LiveId" clId="{7B0A9F73-BE21-4EC0-8F41-FFAF992A1CFB}" dt="2025-02-25T22:25:55.734" v="1096" actId="47"/>
        <pc:sldMkLst>
          <pc:docMk/>
          <pc:sldMk cId="1057166846" sldId="261"/>
        </pc:sldMkLst>
      </pc:sldChg>
      <pc:sldChg chg="addSp delSp modSp new mod">
        <pc:chgData name="Nícolas Emerenciano" userId="43f77a99e369af57" providerId="LiveId" clId="{7B0A9F73-BE21-4EC0-8F41-FFAF992A1CFB}" dt="2025-03-11T12:36:22.127" v="2004" actId="1076"/>
        <pc:sldMkLst>
          <pc:docMk/>
          <pc:sldMk cId="189090508" sldId="262"/>
        </pc:sldMkLst>
        <pc:spChg chg="add mod">
          <ac:chgData name="Nícolas Emerenciano" userId="43f77a99e369af57" providerId="LiveId" clId="{7B0A9F73-BE21-4EC0-8F41-FFAF992A1CFB}" dt="2025-03-06T17:05:29.514" v="1955" actId="1076"/>
          <ac:spMkLst>
            <pc:docMk/>
            <pc:sldMk cId="189090508" sldId="262"/>
            <ac:spMk id="4" creationId="{781CF4FF-6AAA-BB61-D44F-43C120DDF3AD}"/>
          </ac:spMkLst>
        </pc:spChg>
        <pc:spChg chg="add mod">
          <ac:chgData name="Nícolas Emerenciano" userId="43f77a99e369af57" providerId="LiveId" clId="{7B0A9F73-BE21-4EC0-8F41-FFAF992A1CFB}" dt="2025-03-11T12:36:19.433" v="2003" actId="1076"/>
          <ac:spMkLst>
            <pc:docMk/>
            <pc:sldMk cId="189090508" sldId="262"/>
            <ac:spMk id="7" creationId="{2D99D1C1-9642-C376-329E-06066951AF62}"/>
          </ac:spMkLst>
        </pc:spChg>
        <pc:spChg chg="add mod">
          <ac:chgData name="Nícolas Emerenciano" userId="43f77a99e369af57" providerId="LiveId" clId="{7B0A9F73-BE21-4EC0-8F41-FFAF992A1CFB}" dt="2025-03-11T12:36:22.127" v="2004" actId="1076"/>
          <ac:spMkLst>
            <pc:docMk/>
            <pc:sldMk cId="189090508" sldId="262"/>
            <ac:spMk id="8" creationId="{916FE345-DBDF-7C84-6A0F-5A767B31C0BA}"/>
          </ac:spMkLst>
        </pc:spChg>
        <pc:spChg chg="add mod">
          <ac:chgData name="Nícolas Emerenciano" userId="43f77a99e369af57" providerId="LiveId" clId="{7B0A9F73-BE21-4EC0-8F41-FFAF992A1CFB}" dt="2025-03-11T12:32:53.857" v="2000" actId="20577"/>
          <ac:spMkLst>
            <pc:docMk/>
            <pc:sldMk cId="189090508" sldId="262"/>
            <ac:spMk id="12" creationId="{5AE67255-19CA-9D98-F870-0065B870E47F}"/>
          </ac:spMkLst>
        </pc:spChg>
        <pc:picChg chg="add mod">
          <ac:chgData name="Nícolas Emerenciano" userId="43f77a99e369af57" providerId="LiveId" clId="{7B0A9F73-BE21-4EC0-8F41-FFAF992A1CFB}" dt="2025-03-06T17:05:29.514" v="1955" actId="1076"/>
          <ac:picMkLst>
            <pc:docMk/>
            <pc:sldMk cId="189090508" sldId="262"/>
            <ac:picMk id="5" creationId="{46D3C4F6-347F-71FF-FC14-FFAAD8A80729}"/>
          </ac:picMkLst>
        </pc:picChg>
        <pc:picChg chg="add mod ord">
          <ac:chgData name="Nícolas Emerenciano" userId="43f77a99e369af57" providerId="LiveId" clId="{7B0A9F73-BE21-4EC0-8F41-FFAF992A1CFB}" dt="2025-03-06T17:07:31.104" v="1963" actId="1076"/>
          <ac:picMkLst>
            <pc:docMk/>
            <pc:sldMk cId="189090508" sldId="262"/>
            <ac:picMk id="13" creationId="{B5470366-A22A-3446-2322-8F156CED98D7}"/>
          </ac:picMkLst>
        </pc:picChg>
        <pc:cxnChg chg="add mod">
          <ac:chgData name="Nícolas Emerenciano" userId="43f77a99e369af57" providerId="LiveId" clId="{7B0A9F73-BE21-4EC0-8F41-FFAF992A1CFB}" dt="2025-03-06T17:05:29.514" v="1955" actId="1076"/>
          <ac:cxnSpMkLst>
            <pc:docMk/>
            <pc:sldMk cId="189090508" sldId="262"/>
            <ac:cxnSpMk id="6" creationId="{F7367ADF-E3A6-1A5C-BF17-04260C7FE538}"/>
          </ac:cxnSpMkLst>
        </pc:cxnChg>
      </pc:sldChg>
      <pc:sldChg chg="addSp delSp modSp new del mod setBg">
        <pc:chgData name="Nícolas Emerenciano" userId="43f77a99e369af57" providerId="LiveId" clId="{7B0A9F73-BE21-4EC0-8F41-FFAF992A1CFB}" dt="2025-02-25T22:25:56.791" v="1097" actId="47"/>
        <pc:sldMkLst>
          <pc:docMk/>
          <pc:sldMk cId="1317146360" sldId="262"/>
        </pc:sldMkLst>
      </pc:sldChg>
      <pc:sldChg chg="new del">
        <pc:chgData name="Nícolas Emerenciano" userId="43f77a99e369af57" providerId="LiveId" clId="{7B0A9F73-BE21-4EC0-8F41-FFAF992A1CFB}" dt="2025-03-11T13:10:04.335" v="3261" actId="47"/>
        <pc:sldMkLst>
          <pc:docMk/>
          <pc:sldMk cId="248547814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18726"/>
            <a:ext cx="9145191" cy="2379862"/>
          </a:xfrm>
        </p:spPr>
        <p:txBody>
          <a:bodyPr anchor="b"/>
          <a:lstStyle>
            <a:lvl1pPr algn="ctr">
              <a:defRPr sz="598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590365"/>
            <a:ext cx="9145191" cy="1650396"/>
          </a:xfrm>
        </p:spPr>
        <p:txBody>
          <a:bodyPr/>
          <a:lstStyle>
            <a:lvl1pPr marL="0" indent="0" algn="ctr">
              <a:buNone/>
              <a:defRPr sz="2392"/>
            </a:lvl1pPr>
            <a:lvl2pPr marL="455737" indent="0" algn="ctr">
              <a:buNone/>
              <a:defRPr sz="1994"/>
            </a:lvl2pPr>
            <a:lvl3pPr marL="911474" indent="0" algn="ctr">
              <a:buNone/>
              <a:defRPr sz="1794"/>
            </a:lvl3pPr>
            <a:lvl4pPr marL="1367211" indent="0" algn="ctr">
              <a:buNone/>
              <a:defRPr sz="1595"/>
            </a:lvl4pPr>
            <a:lvl5pPr marL="1822948" indent="0" algn="ctr">
              <a:buNone/>
              <a:defRPr sz="1595"/>
            </a:lvl5pPr>
            <a:lvl6pPr marL="2278685" indent="0" algn="ctr">
              <a:buNone/>
              <a:defRPr sz="1595"/>
            </a:lvl6pPr>
            <a:lvl7pPr marL="2734422" indent="0" algn="ctr">
              <a:buNone/>
              <a:defRPr sz="1595"/>
            </a:lvl7pPr>
            <a:lvl8pPr marL="3190159" indent="0" algn="ctr">
              <a:buNone/>
              <a:defRPr sz="1595"/>
            </a:lvl8pPr>
            <a:lvl9pPr marL="3645896" indent="0" algn="ctr">
              <a:buNone/>
              <a:defRPr sz="159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54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72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04198"/>
            <a:ext cx="10516970" cy="2843492"/>
          </a:xfrm>
        </p:spPr>
        <p:txBody>
          <a:bodyPr anchor="b"/>
          <a:lstStyle>
            <a:lvl1pPr>
              <a:defRPr sz="598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74590"/>
            <a:ext cx="10516970" cy="1495325"/>
          </a:xfrm>
        </p:spPr>
        <p:txBody>
          <a:bodyPr/>
          <a:lstStyle>
            <a:lvl1pPr marL="0" indent="0">
              <a:buNone/>
              <a:defRPr sz="2392">
                <a:solidFill>
                  <a:schemeClr val="tx1">
                    <a:tint val="82000"/>
                  </a:schemeClr>
                </a:solidFill>
              </a:defRPr>
            </a:lvl1pPr>
            <a:lvl2pPr marL="455737" indent="0">
              <a:buNone/>
              <a:defRPr sz="1994">
                <a:solidFill>
                  <a:schemeClr val="tx1">
                    <a:tint val="82000"/>
                  </a:schemeClr>
                </a:solidFill>
              </a:defRPr>
            </a:lvl2pPr>
            <a:lvl3pPr marL="911474" indent="0">
              <a:buNone/>
              <a:defRPr sz="1794">
                <a:solidFill>
                  <a:schemeClr val="tx1">
                    <a:tint val="82000"/>
                  </a:schemeClr>
                </a:solidFill>
              </a:defRPr>
            </a:lvl3pPr>
            <a:lvl4pPr marL="1367211" indent="0">
              <a:buNone/>
              <a:defRPr sz="1595">
                <a:solidFill>
                  <a:schemeClr val="tx1">
                    <a:tint val="82000"/>
                  </a:schemeClr>
                </a:solidFill>
              </a:defRPr>
            </a:lvl4pPr>
            <a:lvl5pPr marL="1822948" indent="0">
              <a:buNone/>
              <a:defRPr sz="1595">
                <a:solidFill>
                  <a:schemeClr val="tx1">
                    <a:tint val="82000"/>
                  </a:schemeClr>
                </a:solidFill>
              </a:defRPr>
            </a:lvl5pPr>
            <a:lvl6pPr marL="2278685" indent="0">
              <a:buNone/>
              <a:defRPr sz="1595">
                <a:solidFill>
                  <a:schemeClr val="tx1">
                    <a:tint val="82000"/>
                  </a:schemeClr>
                </a:solidFill>
              </a:defRPr>
            </a:lvl6pPr>
            <a:lvl7pPr marL="2734422" indent="0">
              <a:buNone/>
              <a:defRPr sz="1595">
                <a:solidFill>
                  <a:schemeClr val="tx1">
                    <a:tint val="82000"/>
                  </a:schemeClr>
                </a:solidFill>
              </a:defRPr>
            </a:lvl7pPr>
            <a:lvl8pPr marL="3190159" indent="0">
              <a:buNone/>
              <a:defRPr sz="1595">
                <a:solidFill>
                  <a:schemeClr val="tx1">
                    <a:tint val="82000"/>
                  </a:schemeClr>
                </a:solidFill>
              </a:defRPr>
            </a:lvl8pPr>
            <a:lvl9pPr marL="3645896" indent="0">
              <a:buNone/>
              <a:defRPr sz="159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45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19709"/>
            <a:ext cx="5182275" cy="43372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19709"/>
            <a:ext cx="5182275" cy="43372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10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3942"/>
            <a:ext cx="10516970" cy="1321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75715"/>
            <a:ext cx="5158459" cy="821242"/>
          </a:xfrm>
        </p:spPr>
        <p:txBody>
          <a:bodyPr anchor="b"/>
          <a:lstStyle>
            <a:lvl1pPr marL="0" indent="0">
              <a:buNone/>
              <a:defRPr sz="2392" b="1"/>
            </a:lvl1pPr>
            <a:lvl2pPr marL="455737" indent="0">
              <a:buNone/>
              <a:defRPr sz="1994" b="1"/>
            </a:lvl2pPr>
            <a:lvl3pPr marL="911474" indent="0">
              <a:buNone/>
              <a:defRPr sz="1794" b="1"/>
            </a:lvl3pPr>
            <a:lvl4pPr marL="1367211" indent="0">
              <a:buNone/>
              <a:defRPr sz="1595" b="1"/>
            </a:lvl4pPr>
            <a:lvl5pPr marL="1822948" indent="0">
              <a:buNone/>
              <a:defRPr sz="1595" b="1"/>
            </a:lvl5pPr>
            <a:lvl6pPr marL="2278685" indent="0">
              <a:buNone/>
              <a:defRPr sz="1595" b="1"/>
            </a:lvl6pPr>
            <a:lvl7pPr marL="2734422" indent="0">
              <a:buNone/>
              <a:defRPr sz="1595" b="1"/>
            </a:lvl7pPr>
            <a:lvl8pPr marL="3190159" indent="0">
              <a:buNone/>
              <a:defRPr sz="1595" b="1"/>
            </a:lvl8pPr>
            <a:lvl9pPr marL="3645896" indent="0">
              <a:buNone/>
              <a:defRPr sz="159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496957"/>
            <a:ext cx="5158459" cy="367264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75715"/>
            <a:ext cx="5183863" cy="821242"/>
          </a:xfrm>
        </p:spPr>
        <p:txBody>
          <a:bodyPr anchor="b"/>
          <a:lstStyle>
            <a:lvl1pPr marL="0" indent="0">
              <a:buNone/>
              <a:defRPr sz="2392" b="1"/>
            </a:lvl1pPr>
            <a:lvl2pPr marL="455737" indent="0">
              <a:buNone/>
              <a:defRPr sz="1994" b="1"/>
            </a:lvl2pPr>
            <a:lvl3pPr marL="911474" indent="0">
              <a:buNone/>
              <a:defRPr sz="1794" b="1"/>
            </a:lvl3pPr>
            <a:lvl4pPr marL="1367211" indent="0">
              <a:buNone/>
              <a:defRPr sz="1595" b="1"/>
            </a:lvl4pPr>
            <a:lvl5pPr marL="1822948" indent="0">
              <a:buNone/>
              <a:defRPr sz="1595" b="1"/>
            </a:lvl5pPr>
            <a:lvl6pPr marL="2278685" indent="0">
              <a:buNone/>
              <a:defRPr sz="1595" b="1"/>
            </a:lvl6pPr>
            <a:lvl7pPr marL="2734422" indent="0">
              <a:buNone/>
              <a:defRPr sz="1595" b="1"/>
            </a:lvl7pPr>
            <a:lvl8pPr marL="3190159" indent="0">
              <a:buNone/>
              <a:defRPr sz="1595" b="1"/>
            </a:lvl8pPr>
            <a:lvl9pPr marL="3645896" indent="0">
              <a:buNone/>
              <a:defRPr sz="159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496957"/>
            <a:ext cx="5183863" cy="367264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70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24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418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5718"/>
            <a:ext cx="3932749" cy="1595014"/>
          </a:xfrm>
        </p:spPr>
        <p:txBody>
          <a:bodyPr anchor="b"/>
          <a:lstStyle>
            <a:lvl1pPr>
              <a:defRPr sz="31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4225"/>
            <a:ext cx="6173004" cy="4857831"/>
          </a:xfrm>
        </p:spPr>
        <p:txBody>
          <a:bodyPr/>
          <a:lstStyle>
            <a:lvl1pPr>
              <a:defRPr sz="3190"/>
            </a:lvl1pPr>
            <a:lvl2pPr>
              <a:defRPr sz="2791"/>
            </a:lvl2pPr>
            <a:lvl3pPr>
              <a:defRPr sz="2392"/>
            </a:lvl3pPr>
            <a:lvl4pPr>
              <a:defRPr sz="1994"/>
            </a:lvl4pPr>
            <a:lvl5pPr>
              <a:defRPr sz="1994"/>
            </a:lvl5pPr>
            <a:lvl6pPr>
              <a:defRPr sz="1994"/>
            </a:lvl6pPr>
            <a:lvl7pPr>
              <a:defRPr sz="1994"/>
            </a:lvl7pPr>
            <a:lvl8pPr>
              <a:defRPr sz="1994"/>
            </a:lvl8pPr>
            <a:lvl9pPr>
              <a:defRPr sz="199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0732"/>
            <a:ext cx="3932749" cy="3799236"/>
          </a:xfrm>
        </p:spPr>
        <p:txBody>
          <a:bodyPr/>
          <a:lstStyle>
            <a:lvl1pPr marL="0" indent="0">
              <a:buNone/>
              <a:defRPr sz="1595"/>
            </a:lvl1pPr>
            <a:lvl2pPr marL="455737" indent="0">
              <a:buNone/>
              <a:defRPr sz="1396"/>
            </a:lvl2pPr>
            <a:lvl3pPr marL="911474" indent="0">
              <a:buNone/>
              <a:defRPr sz="1196"/>
            </a:lvl3pPr>
            <a:lvl4pPr marL="1367211" indent="0">
              <a:buNone/>
              <a:defRPr sz="997"/>
            </a:lvl4pPr>
            <a:lvl5pPr marL="1822948" indent="0">
              <a:buNone/>
              <a:defRPr sz="997"/>
            </a:lvl5pPr>
            <a:lvl6pPr marL="2278685" indent="0">
              <a:buNone/>
              <a:defRPr sz="997"/>
            </a:lvl6pPr>
            <a:lvl7pPr marL="2734422" indent="0">
              <a:buNone/>
              <a:defRPr sz="997"/>
            </a:lvl7pPr>
            <a:lvl8pPr marL="3190159" indent="0">
              <a:buNone/>
              <a:defRPr sz="997"/>
            </a:lvl8pPr>
            <a:lvl9pPr marL="3645896" indent="0">
              <a:buNone/>
              <a:defRPr sz="99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49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5718"/>
            <a:ext cx="3932749" cy="1595014"/>
          </a:xfrm>
        </p:spPr>
        <p:txBody>
          <a:bodyPr anchor="b"/>
          <a:lstStyle>
            <a:lvl1pPr>
              <a:defRPr sz="31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984225"/>
            <a:ext cx="6173004" cy="4857831"/>
          </a:xfrm>
        </p:spPr>
        <p:txBody>
          <a:bodyPr anchor="t"/>
          <a:lstStyle>
            <a:lvl1pPr marL="0" indent="0">
              <a:buNone/>
              <a:defRPr sz="3190"/>
            </a:lvl1pPr>
            <a:lvl2pPr marL="455737" indent="0">
              <a:buNone/>
              <a:defRPr sz="2791"/>
            </a:lvl2pPr>
            <a:lvl3pPr marL="911474" indent="0">
              <a:buNone/>
              <a:defRPr sz="2392"/>
            </a:lvl3pPr>
            <a:lvl4pPr marL="1367211" indent="0">
              <a:buNone/>
              <a:defRPr sz="1994"/>
            </a:lvl4pPr>
            <a:lvl5pPr marL="1822948" indent="0">
              <a:buNone/>
              <a:defRPr sz="1994"/>
            </a:lvl5pPr>
            <a:lvl6pPr marL="2278685" indent="0">
              <a:buNone/>
              <a:defRPr sz="1994"/>
            </a:lvl6pPr>
            <a:lvl7pPr marL="2734422" indent="0">
              <a:buNone/>
              <a:defRPr sz="1994"/>
            </a:lvl7pPr>
            <a:lvl8pPr marL="3190159" indent="0">
              <a:buNone/>
              <a:defRPr sz="1994"/>
            </a:lvl8pPr>
            <a:lvl9pPr marL="3645896" indent="0">
              <a:buNone/>
              <a:defRPr sz="199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0732"/>
            <a:ext cx="3932749" cy="3799236"/>
          </a:xfrm>
        </p:spPr>
        <p:txBody>
          <a:bodyPr/>
          <a:lstStyle>
            <a:lvl1pPr marL="0" indent="0">
              <a:buNone/>
              <a:defRPr sz="1595"/>
            </a:lvl1pPr>
            <a:lvl2pPr marL="455737" indent="0">
              <a:buNone/>
              <a:defRPr sz="1396"/>
            </a:lvl2pPr>
            <a:lvl3pPr marL="911474" indent="0">
              <a:buNone/>
              <a:defRPr sz="1196"/>
            </a:lvl3pPr>
            <a:lvl4pPr marL="1367211" indent="0">
              <a:buNone/>
              <a:defRPr sz="997"/>
            </a:lvl4pPr>
            <a:lvl5pPr marL="1822948" indent="0">
              <a:buNone/>
              <a:defRPr sz="997"/>
            </a:lvl5pPr>
            <a:lvl6pPr marL="2278685" indent="0">
              <a:buNone/>
              <a:defRPr sz="997"/>
            </a:lvl6pPr>
            <a:lvl7pPr marL="2734422" indent="0">
              <a:buNone/>
              <a:defRPr sz="997"/>
            </a:lvl7pPr>
            <a:lvl8pPr marL="3190159" indent="0">
              <a:buNone/>
              <a:defRPr sz="997"/>
            </a:lvl8pPr>
            <a:lvl9pPr marL="3645896" indent="0">
              <a:buNone/>
              <a:defRPr sz="99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43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75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3942"/>
            <a:ext cx="2629242" cy="579300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3942"/>
            <a:ext cx="7735307" cy="579300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49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3942"/>
            <a:ext cx="10516970" cy="1321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19709"/>
            <a:ext cx="10516970" cy="4337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35751"/>
            <a:ext cx="2743557" cy="363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6DCF6-9FCB-4E55-897D-318431E7FDF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35751"/>
            <a:ext cx="4115336" cy="363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35751"/>
            <a:ext cx="2743557" cy="363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24A6D-D3AC-4D53-A6D5-718D4DAB2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65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1474" rtl="0" eaLnBrk="1" latinLnBrk="0" hangingPunct="1">
        <a:lnSpc>
          <a:spcPct val="90000"/>
        </a:lnSpc>
        <a:spcBef>
          <a:spcPct val="0"/>
        </a:spcBef>
        <a:buNone/>
        <a:defRPr sz="4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868" indent="-227868" algn="l" defTabSz="911474" rtl="0" eaLnBrk="1" latinLnBrk="0" hangingPunct="1">
        <a:lnSpc>
          <a:spcPct val="90000"/>
        </a:lnSpc>
        <a:spcBef>
          <a:spcPts val="997"/>
        </a:spcBef>
        <a:buFont typeface="Arial" panose="020B0604020202020204" pitchFamily="34" charset="0"/>
        <a:buChar char="•"/>
        <a:defRPr sz="2791" kern="1200">
          <a:solidFill>
            <a:schemeClr val="tx1"/>
          </a:solidFill>
          <a:latin typeface="+mn-lt"/>
          <a:ea typeface="+mn-ea"/>
          <a:cs typeface="+mn-cs"/>
        </a:defRPr>
      </a:lvl1pPr>
      <a:lvl2pPr marL="683605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2392" kern="1200">
          <a:solidFill>
            <a:schemeClr val="tx1"/>
          </a:solidFill>
          <a:latin typeface="+mn-lt"/>
          <a:ea typeface="+mn-ea"/>
          <a:cs typeface="+mn-cs"/>
        </a:defRPr>
      </a:lvl2pPr>
      <a:lvl3pPr marL="1139342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079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2050816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506553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2290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8027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3764" indent="-227868" algn="l" defTabSz="911474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737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474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7211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948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685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4422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90159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896" algn="l" defTabSz="91147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0A575CD-9C16-46C4-AF71-C4541D2DDA03}"/>
              </a:ext>
            </a:extLst>
          </p:cNvPr>
          <p:cNvSpPr/>
          <p:nvPr/>
        </p:nvSpPr>
        <p:spPr>
          <a:xfrm>
            <a:off x="0" y="11558"/>
            <a:ext cx="12193588" cy="68847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4" name="Imagem 13" descr="Fogos de artifício à noite&#10;&#10;O conteúdo gerado por IA pode estar incorreto.">
            <a:extLst>
              <a:ext uri="{FF2B5EF4-FFF2-40B4-BE49-F238E27FC236}">
                <a16:creationId xmlns:a16="http://schemas.microsoft.com/office/drawing/2014/main" id="{079FFC29-812F-4C54-38DF-1FF513EA58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3054350" y="11558"/>
            <a:ext cx="9119093" cy="6858000"/>
          </a:xfrm>
          <a:prstGeom prst="rect">
            <a:avLst/>
          </a:prstGeom>
        </p:spPr>
      </p:pic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DF910B1-3508-EFF1-FFF5-7A437F6B09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/>
          <a:stretch/>
        </p:blipFill>
        <p:spPr>
          <a:xfrm>
            <a:off x="0" y="38100"/>
            <a:ext cx="3028950" cy="6846607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4EA9EBF-E17B-6ED7-06CB-9A344F28FD62}"/>
              </a:ext>
            </a:extLst>
          </p:cNvPr>
          <p:cNvCxnSpPr>
            <a:cxnSpLocks/>
          </p:cNvCxnSpPr>
          <p:nvPr/>
        </p:nvCxnSpPr>
        <p:spPr>
          <a:xfrm>
            <a:off x="3043570" y="-23118"/>
            <a:ext cx="0" cy="6907825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0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81CF4FF-6AAA-BB61-D44F-43C120DDF3AD}"/>
              </a:ext>
            </a:extLst>
          </p:cNvPr>
          <p:cNvSpPr/>
          <p:nvPr/>
        </p:nvSpPr>
        <p:spPr>
          <a:xfrm>
            <a:off x="0" y="-11560"/>
            <a:ext cx="12193588" cy="68588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46D3C4F6-347F-71FF-FC14-FFAAD8A807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/>
          <a:stretch/>
        </p:blipFill>
        <p:spPr>
          <a:xfrm>
            <a:off x="0" y="0"/>
            <a:ext cx="3026028" cy="684000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7367ADF-E3A6-1A5C-BF17-04260C7FE538}"/>
              </a:ext>
            </a:extLst>
          </p:cNvPr>
          <p:cNvCxnSpPr>
            <a:cxnSpLocks/>
          </p:cNvCxnSpPr>
          <p:nvPr/>
        </p:nvCxnSpPr>
        <p:spPr>
          <a:xfrm>
            <a:off x="3043570" y="0"/>
            <a:ext cx="0" cy="684000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m 12" descr="Fogos de artifício à noite&#10;&#10;O conteúdo gerado por IA pode estar incorreto.">
            <a:extLst>
              <a:ext uri="{FF2B5EF4-FFF2-40B4-BE49-F238E27FC236}">
                <a16:creationId xmlns:a16="http://schemas.microsoft.com/office/drawing/2014/main" id="{B5470366-A22A-3446-2322-8F156CED98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3054350" y="11558"/>
            <a:ext cx="9119093" cy="68580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D99D1C1-9642-C376-329E-06066951AF62}"/>
              </a:ext>
            </a:extLst>
          </p:cNvPr>
          <p:cNvSpPr/>
          <p:nvPr/>
        </p:nvSpPr>
        <p:spPr>
          <a:xfrm>
            <a:off x="6708027" y="4618593"/>
            <a:ext cx="1821104" cy="76583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16FE345-DBDF-7C84-6A0F-5A767B31C0BA}"/>
              </a:ext>
            </a:extLst>
          </p:cNvPr>
          <p:cNvSpPr txBox="1"/>
          <p:nvPr/>
        </p:nvSpPr>
        <p:spPr>
          <a:xfrm>
            <a:off x="6745298" y="4744602"/>
            <a:ext cx="1746563" cy="433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200" u="sng" dirty="0">
                <a:solidFill>
                  <a:srgbClr val="E0E0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INICIAR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E67255-19CA-9D98-F870-0065B870E47F}"/>
              </a:ext>
            </a:extLst>
          </p:cNvPr>
          <p:cNvSpPr txBox="1"/>
          <p:nvPr/>
        </p:nvSpPr>
        <p:spPr>
          <a:xfrm>
            <a:off x="4160610" y="283373"/>
            <a:ext cx="7214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rgbClr val="E0E0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Dashboard</a:t>
            </a:r>
          </a:p>
          <a:p>
            <a:pPr algn="ctr"/>
            <a:r>
              <a:rPr lang="pt-BR" sz="7200" dirty="0">
                <a:solidFill>
                  <a:srgbClr val="E0E0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Temporadas</a:t>
            </a:r>
          </a:p>
          <a:p>
            <a:pPr algn="ctr"/>
            <a:r>
              <a:rPr lang="pt-BR" sz="7200" dirty="0">
                <a:solidFill>
                  <a:srgbClr val="E0E0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Corinthians</a:t>
            </a:r>
          </a:p>
        </p:txBody>
      </p:sp>
    </p:spTree>
    <p:extLst>
      <p:ext uri="{BB962C8B-B14F-4D97-AF65-F5344CB8AC3E}">
        <p14:creationId xmlns:p14="http://schemas.microsoft.com/office/powerpoint/2010/main" val="18909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62B51B79-E83E-AA8F-C956-A351107E4555}"/>
              </a:ext>
            </a:extLst>
          </p:cNvPr>
          <p:cNvSpPr/>
          <p:nvPr/>
        </p:nvSpPr>
        <p:spPr>
          <a:xfrm>
            <a:off x="0" y="-11560"/>
            <a:ext cx="12193588" cy="68588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4" name="Imagem 43" descr="Logotipo&#10;&#10;O conteúdo gerado por IA pode estar incorreto.">
            <a:extLst>
              <a:ext uri="{FF2B5EF4-FFF2-40B4-BE49-F238E27FC236}">
                <a16:creationId xmlns:a16="http://schemas.microsoft.com/office/drawing/2014/main" id="{2B1A7D01-BB43-58CC-9353-470D8FA4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/>
          <a:stretch/>
        </p:blipFill>
        <p:spPr>
          <a:xfrm>
            <a:off x="0" y="-11559"/>
            <a:ext cx="2635593" cy="6793958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45D0627-6855-A441-0011-4927E0EA9C85}"/>
              </a:ext>
            </a:extLst>
          </p:cNvPr>
          <p:cNvSpPr/>
          <p:nvPr/>
        </p:nvSpPr>
        <p:spPr>
          <a:xfrm>
            <a:off x="917471" y="1893688"/>
            <a:ext cx="5547670" cy="2508577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38100" dist="38100" dir="2700000" algn="t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D62FC34-B8FD-F394-ACB9-A1C97261EAAB}"/>
              </a:ext>
            </a:extLst>
          </p:cNvPr>
          <p:cNvSpPr/>
          <p:nvPr/>
        </p:nvSpPr>
        <p:spPr>
          <a:xfrm>
            <a:off x="6642171" y="1893688"/>
            <a:ext cx="5392646" cy="2508577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38100" dist="38100" dir="2700000" algn="t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411FF65-03B1-F537-5B72-E1BE2BB50178}"/>
              </a:ext>
            </a:extLst>
          </p:cNvPr>
          <p:cNvSpPr/>
          <p:nvPr/>
        </p:nvSpPr>
        <p:spPr>
          <a:xfrm>
            <a:off x="917471" y="4564211"/>
            <a:ext cx="5547671" cy="2121176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38100" dist="38100" dir="2700000" algn="t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E74B00A-7F65-1B25-C542-69F6D33DCEAB}"/>
              </a:ext>
            </a:extLst>
          </p:cNvPr>
          <p:cNvSpPr/>
          <p:nvPr/>
        </p:nvSpPr>
        <p:spPr>
          <a:xfrm>
            <a:off x="6642171" y="4564211"/>
            <a:ext cx="5392646" cy="2121176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38100" dist="38100" dir="2700000" algn="t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9FB35F0-F8FF-1EBA-CDA1-70BCDEF6016A}"/>
              </a:ext>
            </a:extLst>
          </p:cNvPr>
          <p:cNvSpPr/>
          <p:nvPr/>
        </p:nvSpPr>
        <p:spPr>
          <a:xfrm>
            <a:off x="917471" y="864853"/>
            <a:ext cx="2753308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7563C24-154D-42F2-A0B9-1369132A88DA}"/>
              </a:ext>
            </a:extLst>
          </p:cNvPr>
          <p:cNvSpPr/>
          <p:nvPr/>
        </p:nvSpPr>
        <p:spPr>
          <a:xfrm>
            <a:off x="9367470" y="864850"/>
            <a:ext cx="2667347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056D579-5083-DCC1-E677-0DFDCC19005E}"/>
              </a:ext>
            </a:extLst>
          </p:cNvPr>
          <p:cNvSpPr/>
          <p:nvPr/>
        </p:nvSpPr>
        <p:spPr>
          <a:xfrm>
            <a:off x="3847807" y="864852"/>
            <a:ext cx="2635593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D59780B-F361-8847-9F2A-1172562703FC}"/>
              </a:ext>
            </a:extLst>
          </p:cNvPr>
          <p:cNvSpPr/>
          <p:nvPr/>
        </p:nvSpPr>
        <p:spPr>
          <a:xfrm>
            <a:off x="6642171" y="864851"/>
            <a:ext cx="2566528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2BC2577-23EB-24EA-8DDA-32BEAAF7045D}"/>
              </a:ext>
            </a:extLst>
          </p:cNvPr>
          <p:cNvSpPr txBox="1"/>
          <p:nvPr/>
        </p:nvSpPr>
        <p:spPr>
          <a:xfrm>
            <a:off x="5007457" y="56487"/>
            <a:ext cx="3116986" cy="64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EQUIPE</a:t>
            </a:r>
          </a:p>
        </p:txBody>
      </p:sp>
      <p:pic>
        <p:nvPicPr>
          <p:cNvPr id="42" name="Imagem 41" descr="Ícone&#10;&#10;O conteúdo gerado por IA pode estar incorreto.">
            <a:extLst>
              <a:ext uri="{FF2B5EF4-FFF2-40B4-BE49-F238E27FC236}">
                <a16:creationId xmlns:a16="http://schemas.microsoft.com/office/drawing/2014/main" id="{8F7CB8A3-A7B5-19C9-5286-9A1D3402D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3" y="3227517"/>
            <a:ext cx="661121" cy="661121"/>
          </a:xfrm>
          <a:prstGeom prst="rect">
            <a:avLst/>
          </a:prstGeom>
        </p:spPr>
      </p:pic>
      <p:pic>
        <p:nvPicPr>
          <p:cNvPr id="43" name="Imagem 42" descr="Ícone&#10;&#10;O conteúdo gerado por IA pode estar incorreto.">
            <a:extLst>
              <a:ext uri="{FF2B5EF4-FFF2-40B4-BE49-F238E27FC236}">
                <a16:creationId xmlns:a16="http://schemas.microsoft.com/office/drawing/2014/main" id="{FEC404FA-30E1-6372-D099-E999A2634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" y="2071114"/>
            <a:ext cx="661121" cy="661121"/>
          </a:xfrm>
          <a:prstGeom prst="rect">
            <a:avLst/>
          </a:prstGeom>
          <a:effectLst>
            <a:glow rad="38100">
              <a:srgbClr val="990000"/>
            </a:glow>
          </a:effectLst>
        </p:spPr>
      </p:pic>
      <p:pic>
        <p:nvPicPr>
          <p:cNvPr id="45" name="Imagem 44" descr="Ícone&#10;&#10;O conteúdo gerado por IA pode estar incorreto.">
            <a:extLst>
              <a:ext uri="{FF2B5EF4-FFF2-40B4-BE49-F238E27FC236}">
                <a16:creationId xmlns:a16="http://schemas.microsoft.com/office/drawing/2014/main" id="{4369DA47-0439-5494-65A4-2414D47EA5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788" y="4359530"/>
            <a:ext cx="661120" cy="709903"/>
          </a:xfrm>
          <a:prstGeom prst="rect">
            <a:avLst/>
          </a:prstGeom>
        </p:spPr>
      </p:pic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E0392098-6511-403C-E209-8BA095E52D1B}"/>
              </a:ext>
            </a:extLst>
          </p:cNvPr>
          <p:cNvCxnSpPr>
            <a:cxnSpLocks/>
          </p:cNvCxnSpPr>
          <p:nvPr/>
        </p:nvCxnSpPr>
        <p:spPr>
          <a:xfrm>
            <a:off x="758698" y="864850"/>
            <a:ext cx="0" cy="5868169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406E34-0941-698C-E10E-474964869F51}"/>
              </a:ext>
            </a:extLst>
          </p:cNvPr>
          <p:cNvSpPr txBox="1"/>
          <p:nvPr/>
        </p:nvSpPr>
        <p:spPr>
          <a:xfrm>
            <a:off x="74938" y="-12474"/>
            <a:ext cx="44462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Criado por Nícolas Emerenciano – contato : nicolas.emerenciano@gmail.com</a:t>
            </a:r>
          </a:p>
        </p:txBody>
      </p:sp>
    </p:spTree>
    <p:extLst>
      <p:ext uri="{BB962C8B-B14F-4D97-AF65-F5344CB8AC3E}">
        <p14:creationId xmlns:p14="http://schemas.microsoft.com/office/powerpoint/2010/main" val="73810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E5636119-ECFE-9345-2674-2F7FB59BB007}"/>
              </a:ext>
            </a:extLst>
          </p:cNvPr>
          <p:cNvSpPr/>
          <p:nvPr/>
        </p:nvSpPr>
        <p:spPr>
          <a:xfrm>
            <a:off x="0" y="-11560"/>
            <a:ext cx="12193587" cy="68588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0476885-CD9C-1F84-C41C-D62788DC71BF}"/>
              </a:ext>
            </a:extLst>
          </p:cNvPr>
          <p:cNvSpPr/>
          <p:nvPr/>
        </p:nvSpPr>
        <p:spPr>
          <a:xfrm>
            <a:off x="9293648" y="864850"/>
            <a:ext cx="2786429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1F62400B-6433-F229-E999-C1648ED8E2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/>
          <a:stretch/>
        </p:blipFill>
        <p:spPr>
          <a:xfrm>
            <a:off x="0" y="-11559"/>
            <a:ext cx="2635593" cy="6793958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919558F-E78D-7ED8-6B2D-B94B240B73C2}"/>
              </a:ext>
            </a:extLst>
          </p:cNvPr>
          <p:cNvSpPr/>
          <p:nvPr/>
        </p:nvSpPr>
        <p:spPr>
          <a:xfrm>
            <a:off x="3752545" y="864852"/>
            <a:ext cx="2667347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F208FDC-F22D-F514-4E3B-EF72C9002427}"/>
              </a:ext>
            </a:extLst>
          </p:cNvPr>
          <p:cNvSpPr/>
          <p:nvPr/>
        </p:nvSpPr>
        <p:spPr>
          <a:xfrm>
            <a:off x="6538974" y="864850"/>
            <a:ext cx="2635592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86446F3-0605-0348-FD79-FA2D639E3AA6}"/>
              </a:ext>
            </a:extLst>
          </p:cNvPr>
          <p:cNvCxnSpPr>
            <a:cxnSpLocks/>
          </p:cNvCxnSpPr>
          <p:nvPr/>
        </p:nvCxnSpPr>
        <p:spPr>
          <a:xfrm>
            <a:off x="758698" y="864850"/>
            <a:ext cx="0" cy="5868169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F0F2C67-A25A-98A1-E926-B749534E3A4D}"/>
              </a:ext>
            </a:extLst>
          </p:cNvPr>
          <p:cNvSpPr txBox="1"/>
          <p:nvPr/>
        </p:nvSpPr>
        <p:spPr>
          <a:xfrm>
            <a:off x="4923331" y="61250"/>
            <a:ext cx="3116986" cy="64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JOGADORES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A467A2D-6148-80D2-8293-ACB13DF36F86}"/>
              </a:ext>
            </a:extLst>
          </p:cNvPr>
          <p:cNvSpPr/>
          <p:nvPr/>
        </p:nvSpPr>
        <p:spPr>
          <a:xfrm>
            <a:off x="8143031" y="2046108"/>
            <a:ext cx="3937046" cy="2185941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50800" dist="38100" dir="18900000" algn="b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8A69F7E-6EDD-E007-1D21-D2BC743A4350}"/>
              </a:ext>
            </a:extLst>
          </p:cNvPr>
          <p:cNvSpPr/>
          <p:nvPr/>
        </p:nvSpPr>
        <p:spPr>
          <a:xfrm>
            <a:off x="3752545" y="2046108"/>
            <a:ext cx="4213457" cy="2185941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50800" dist="38100" dir="18900000" algn="b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0989DA6-611A-B49B-CFEC-CEED396DF69D}"/>
              </a:ext>
            </a:extLst>
          </p:cNvPr>
          <p:cNvSpPr/>
          <p:nvPr/>
        </p:nvSpPr>
        <p:spPr>
          <a:xfrm>
            <a:off x="3752545" y="4451339"/>
            <a:ext cx="8327532" cy="2248334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50800" dist="38100" dir="18900000" algn="b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F2B953D-5992-7235-6E1E-4159131EDF75}"/>
              </a:ext>
            </a:extLst>
          </p:cNvPr>
          <p:cNvSpPr/>
          <p:nvPr/>
        </p:nvSpPr>
        <p:spPr>
          <a:xfrm>
            <a:off x="902611" y="2071114"/>
            <a:ext cx="2730853" cy="462856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6907480-E224-2647-80F1-50CC9B2BB682}"/>
              </a:ext>
            </a:extLst>
          </p:cNvPr>
          <p:cNvSpPr/>
          <p:nvPr/>
        </p:nvSpPr>
        <p:spPr>
          <a:xfrm>
            <a:off x="896262" y="5620832"/>
            <a:ext cx="2737201" cy="107884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0CA19981-4E24-AAC0-103A-5AC4E802325F}"/>
              </a:ext>
            </a:extLst>
          </p:cNvPr>
          <p:cNvCxnSpPr>
            <a:cxnSpLocks/>
          </p:cNvCxnSpPr>
          <p:nvPr/>
        </p:nvCxnSpPr>
        <p:spPr>
          <a:xfrm>
            <a:off x="1136004" y="5796589"/>
            <a:ext cx="2232316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625410B2-371B-F6A1-06BC-C1AA7E5CFC74}"/>
              </a:ext>
            </a:extLst>
          </p:cNvPr>
          <p:cNvCxnSpPr>
            <a:cxnSpLocks/>
          </p:cNvCxnSpPr>
          <p:nvPr/>
        </p:nvCxnSpPr>
        <p:spPr>
          <a:xfrm>
            <a:off x="1136004" y="6606318"/>
            <a:ext cx="2232316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4F654F38-BFBE-71EA-86FF-6A23AC44278B}"/>
              </a:ext>
            </a:extLst>
          </p:cNvPr>
          <p:cNvCxnSpPr>
            <a:cxnSpLocks/>
          </p:cNvCxnSpPr>
          <p:nvPr/>
        </p:nvCxnSpPr>
        <p:spPr>
          <a:xfrm>
            <a:off x="1136004" y="5958535"/>
            <a:ext cx="2232316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2E849AD-E3F8-D617-CAFC-73EF87291DDD}"/>
              </a:ext>
            </a:extLst>
          </p:cNvPr>
          <p:cNvCxnSpPr>
            <a:cxnSpLocks/>
          </p:cNvCxnSpPr>
          <p:nvPr/>
        </p:nvCxnSpPr>
        <p:spPr>
          <a:xfrm>
            <a:off x="1136004" y="6120481"/>
            <a:ext cx="2232316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B2AD7C42-DACA-AA94-2267-EA6B72E51578}"/>
              </a:ext>
            </a:extLst>
          </p:cNvPr>
          <p:cNvCxnSpPr>
            <a:cxnSpLocks/>
          </p:cNvCxnSpPr>
          <p:nvPr/>
        </p:nvCxnSpPr>
        <p:spPr>
          <a:xfrm>
            <a:off x="1136004" y="6282427"/>
            <a:ext cx="2232316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3F55FDE-5AEB-A295-57B5-8A5A6C79C5BB}"/>
              </a:ext>
            </a:extLst>
          </p:cNvPr>
          <p:cNvCxnSpPr>
            <a:cxnSpLocks/>
          </p:cNvCxnSpPr>
          <p:nvPr/>
        </p:nvCxnSpPr>
        <p:spPr>
          <a:xfrm>
            <a:off x="1136004" y="6444373"/>
            <a:ext cx="2232316" cy="0"/>
          </a:xfrm>
          <a:prstGeom prst="line">
            <a:avLst/>
          </a:prstGeom>
          <a:ln w="63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Imagem 36" descr="Ícone&#10;&#10;O conteúdo gerado por IA pode estar incorreto.">
            <a:extLst>
              <a:ext uri="{FF2B5EF4-FFF2-40B4-BE49-F238E27FC236}">
                <a16:creationId xmlns:a16="http://schemas.microsoft.com/office/drawing/2014/main" id="{22601F57-64E3-7C05-B85C-F64D0DA8E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788" y="4359530"/>
            <a:ext cx="661120" cy="709903"/>
          </a:xfrm>
          <a:prstGeom prst="rect">
            <a:avLst/>
          </a:prstGeom>
        </p:spPr>
      </p:pic>
      <p:pic>
        <p:nvPicPr>
          <p:cNvPr id="38" name="Imagem 37" descr="Ícone&#10;&#10;O conteúdo gerado por IA pode estar incorreto.">
            <a:extLst>
              <a:ext uri="{FF2B5EF4-FFF2-40B4-BE49-F238E27FC236}">
                <a16:creationId xmlns:a16="http://schemas.microsoft.com/office/drawing/2014/main" id="{A7E3706A-95E7-38F1-1099-564F4629A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3" y="3227517"/>
            <a:ext cx="661121" cy="661121"/>
          </a:xfrm>
          <a:prstGeom prst="rect">
            <a:avLst/>
          </a:prstGeom>
          <a:effectLst>
            <a:glow rad="38100">
              <a:srgbClr val="990000"/>
            </a:glow>
          </a:effectLst>
        </p:spPr>
      </p:pic>
      <p:pic>
        <p:nvPicPr>
          <p:cNvPr id="39" name="Imagem 38" descr="Ícone&#10;&#10;O conteúdo gerado por IA pode estar incorreto.">
            <a:extLst>
              <a:ext uri="{FF2B5EF4-FFF2-40B4-BE49-F238E27FC236}">
                <a16:creationId xmlns:a16="http://schemas.microsoft.com/office/drawing/2014/main" id="{13CAEE14-0023-A91D-95E8-74D4EDD16F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" y="2071114"/>
            <a:ext cx="661121" cy="66112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BF0FE27-254D-A980-7163-923E344A64FA}"/>
              </a:ext>
            </a:extLst>
          </p:cNvPr>
          <p:cNvSpPr/>
          <p:nvPr/>
        </p:nvSpPr>
        <p:spPr>
          <a:xfrm>
            <a:off x="908169" y="864853"/>
            <a:ext cx="2725294" cy="866888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01D6A2-065E-DBD6-C5E5-8C7858D62B12}"/>
              </a:ext>
            </a:extLst>
          </p:cNvPr>
          <p:cNvSpPr txBox="1"/>
          <p:nvPr/>
        </p:nvSpPr>
        <p:spPr>
          <a:xfrm>
            <a:off x="74938" y="-12474"/>
            <a:ext cx="44462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Criado por Nícolas Emerenciano – contato : nicolas.emerenciano@gmail.com</a:t>
            </a:r>
          </a:p>
        </p:txBody>
      </p:sp>
    </p:spTree>
    <p:extLst>
      <p:ext uri="{BB962C8B-B14F-4D97-AF65-F5344CB8AC3E}">
        <p14:creationId xmlns:p14="http://schemas.microsoft.com/office/powerpoint/2010/main" val="255711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8A9FCE4-63A9-2BF4-490B-385C3D2CC926}"/>
              </a:ext>
            </a:extLst>
          </p:cNvPr>
          <p:cNvSpPr/>
          <p:nvPr/>
        </p:nvSpPr>
        <p:spPr>
          <a:xfrm>
            <a:off x="0" y="-11560"/>
            <a:ext cx="12193588" cy="6858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Logotipo&#10;&#10;O conteúdo gerado por IA pode estar incorreto.">
            <a:extLst>
              <a:ext uri="{FF2B5EF4-FFF2-40B4-BE49-F238E27FC236}">
                <a16:creationId xmlns:a16="http://schemas.microsoft.com/office/drawing/2014/main" id="{584E9EB9-24FA-0755-923B-D083F675B2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/>
          <a:stretch/>
        </p:blipFill>
        <p:spPr>
          <a:xfrm>
            <a:off x="0" y="-11559"/>
            <a:ext cx="2635593" cy="6793958"/>
          </a:xfrm>
          <a:prstGeom prst="rect">
            <a:avLst/>
          </a:prstGeom>
        </p:spPr>
      </p:pic>
      <p:pic>
        <p:nvPicPr>
          <p:cNvPr id="23" name="Imagem 22" descr="Ícone&#10;&#10;O conteúdo gerado por IA pode estar incorreto.">
            <a:extLst>
              <a:ext uri="{FF2B5EF4-FFF2-40B4-BE49-F238E27FC236}">
                <a16:creationId xmlns:a16="http://schemas.microsoft.com/office/drawing/2014/main" id="{28C347E8-6EF2-4D1C-6E1C-C3283C110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3" y="3227517"/>
            <a:ext cx="661121" cy="661121"/>
          </a:xfrm>
          <a:prstGeom prst="rect">
            <a:avLst/>
          </a:prstGeom>
        </p:spPr>
      </p:pic>
      <p:pic>
        <p:nvPicPr>
          <p:cNvPr id="24" name="Imagem 23" descr="Ícone&#10;&#10;O conteúdo gerado por IA pode estar incorreto.">
            <a:extLst>
              <a:ext uri="{FF2B5EF4-FFF2-40B4-BE49-F238E27FC236}">
                <a16:creationId xmlns:a16="http://schemas.microsoft.com/office/drawing/2014/main" id="{1DD9635C-FEB3-29E1-99A7-7DF95EFAF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" y="2071114"/>
            <a:ext cx="661121" cy="661121"/>
          </a:xfrm>
          <a:prstGeom prst="rect">
            <a:avLst/>
          </a:prstGeom>
        </p:spPr>
      </p:pic>
      <p:pic>
        <p:nvPicPr>
          <p:cNvPr id="26" name="Imagem 25" descr="Ícone&#10;&#10;O conteúdo gerado por IA pode estar incorreto.">
            <a:extLst>
              <a:ext uri="{FF2B5EF4-FFF2-40B4-BE49-F238E27FC236}">
                <a16:creationId xmlns:a16="http://schemas.microsoft.com/office/drawing/2014/main" id="{7DE8B719-14BF-20B3-9E36-89C4ED033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788" y="4359530"/>
            <a:ext cx="661120" cy="709903"/>
          </a:xfrm>
          <a:prstGeom prst="rect">
            <a:avLst/>
          </a:prstGeom>
          <a:effectLst>
            <a:glow rad="38100">
              <a:srgbClr val="990000"/>
            </a:glow>
          </a:effec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D451AA69-9CE4-D370-C648-7F5FAC616341}"/>
              </a:ext>
            </a:extLst>
          </p:cNvPr>
          <p:cNvSpPr txBox="1"/>
          <p:nvPr/>
        </p:nvSpPr>
        <p:spPr>
          <a:xfrm>
            <a:off x="3898293" y="43111"/>
            <a:ext cx="5116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NEO QUIMICA ARENA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03E6337-E7BF-A0E4-2A9E-A5DAE9C879D3}"/>
              </a:ext>
            </a:extLst>
          </p:cNvPr>
          <p:cNvSpPr/>
          <p:nvPr/>
        </p:nvSpPr>
        <p:spPr>
          <a:xfrm>
            <a:off x="889001" y="727076"/>
            <a:ext cx="3632200" cy="1116964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6A0CAB3A-E2AF-6F75-6DA5-4C7669B7CB71}"/>
              </a:ext>
            </a:extLst>
          </p:cNvPr>
          <p:cNvSpPr/>
          <p:nvPr/>
        </p:nvSpPr>
        <p:spPr>
          <a:xfrm>
            <a:off x="4640313" y="738423"/>
            <a:ext cx="3632200" cy="1116964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E6CD7BA-68F3-AF77-F214-2A222BA02710}"/>
              </a:ext>
            </a:extLst>
          </p:cNvPr>
          <p:cNvSpPr/>
          <p:nvPr/>
        </p:nvSpPr>
        <p:spPr>
          <a:xfrm>
            <a:off x="8390513" y="738423"/>
            <a:ext cx="3632200" cy="1116964"/>
          </a:xfrm>
          <a:prstGeom prst="roundRect">
            <a:avLst>
              <a:gd name="adj" fmla="val 5365"/>
            </a:avLst>
          </a:prstGeom>
          <a:gradFill>
            <a:gsLst>
              <a:gs pos="0">
                <a:srgbClr val="9B9B9B"/>
              </a:gs>
              <a:gs pos="667">
                <a:srgbClr val="990000"/>
              </a:gs>
              <a:gs pos="100000">
                <a:srgbClr val="D1432B">
                  <a:lumMod val="100000"/>
                </a:srgb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383F991-5885-20AC-1D64-12118C75E489}"/>
              </a:ext>
            </a:extLst>
          </p:cNvPr>
          <p:cNvSpPr/>
          <p:nvPr/>
        </p:nvSpPr>
        <p:spPr>
          <a:xfrm>
            <a:off x="933745" y="1968488"/>
            <a:ext cx="11088968" cy="2260611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50800" dist="38100" dir="18900000" algn="b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DAC7D62B-6506-7A1B-1A1B-C8EEBEF361D5}"/>
              </a:ext>
            </a:extLst>
          </p:cNvPr>
          <p:cNvSpPr/>
          <p:nvPr/>
        </p:nvSpPr>
        <p:spPr>
          <a:xfrm>
            <a:off x="933744" y="4402131"/>
            <a:ext cx="11088964" cy="2282038"/>
          </a:xfrm>
          <a:prstGeom prst="roundRect">
            <a:avLst>
              <a:gd name="adj" fmla="val 5365"/>
            </a:avLst>
          </a:prstGeom>
          <a:solidFill>
            <a:srgbClr val="161616"/>
          </a:solidFill>
          <a:ln>
            <a:solidFill>
              <a:srgbClr val="161616"/>
            </a:solidFill>
          </a:ln>
          <a:effectLst>
            <a:outerShdw blurRad="50800" dist="38100" dir="18900000" algn="bl" rotWithShape="0">
              <a:schemeClr val="bg1">
                <a:alpha val="11000"/>
              </a:scheme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73D0B87-392F-5B8E-BEAB-81AEEAF1C9E4}"/>
              </a:ext>
            </a:extLst>
          </p:cNvPr>
          <p:cNvCxnSpPr>
            <a:cxnSpLocks/>
          </p:cNvCxnSpPr>
          <p:nvPr/>
        </p:nvCxnSpPr>
        <p:spPr>
          <a:xfrm>
            <a:off x="11066412" y="4391064"/>
            <a:ext cx="0" cy="2300248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00725A4B-77A4-2388-3677-1372CB3A94F5}"/>
              </a:ext>
            </a:extLst>
          </p:cNvPr>
          <p:cNvCxnSpPr>
            <a:cxnSpLocks/>
          </p:cNvCxnSpPr>
          <p:nvPr/>
        </p:nvCxnSpPr>
        <p:spPr>
          <a:xfrm>
            <a:off x="758698" y="756000"/>
            <a:ext cx="0" cy="593531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FC020A0-73C6-B0C7-AA6D-5E639039F7EE}"/>
              </a:ext>
            </a:extLst>
          </p:cNvPr>
          <p:cNvCxnSpPr/>
          <p:nvPr/>
        </p:nvCxnSpPr>
        <p:spPr>
          <a:xfrm>
            <a:off x="734300" y="6691312"/>
            <a:ext cx="9072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AF1CBE4-596C-6554-7963-480C8802FCE8}"/>
              </a:ext>
            </a:extLst>
          </p:cNvPr>
          <p:cNvSpPr txBox="1"/>
          <p:nvPr/>
        </p:nvSpPr>
        <p:spPr>
          <a:xfrm>
            <a:off x="74938" y="-12474"/>
            <a:ext cx="44462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Criado por Nícolas Emerenciano – contato : nicolas.emerenciano@gmail.com</a:t>
            </a:r>
          </a:p>
        </p:txBody>
      </p:sp>
    </p:spTree>
    <p:extLst>
      <p:ext uri="{BB962C8B-B14F-4D97-AF65-F5344CB8AC3E}">
        <p14:creationId xmlns:p14="http://schemas.microsoft.com/office/powerpoint/2010/main" val="3117469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1240</TotalTime>
  <Words>51</Words>
  <Application>Microsoft Office PowerPoint</Application>
  <PresentationFormat>Personalizar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Segoe UI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Nícolas Emerenciano</dc:creator>
  <cp:lastModifiedBy>Nícolas Emerenciano</cp:lastModifiedBy>
  <cp:revision>1</cp:revision>
  <dcterms:created xsi:type="dcterms:W3CDTF">2025-02-25T15:20:57Z</dcterms:created>
  <dcterms:modified xsi:type="dcterms:W3CDTF">2025-03-12T17:33:08Z</dcterms:modified>
</cp:coreProperties>
</file>